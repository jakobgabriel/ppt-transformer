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20"/>
  </p:notesMasterIdLst>
  <p:sldIdLst>
    <p:sldId id="270" r:id="rId5"/>
    <p:sldId id="272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1" r:id="rId17"/>
    <p:sldId id="269" r:id="rId18"/>
    <p:sldId id="268" r:id="rId19"/>
    <p:sldId id="273" r:id="rId28"/>
  </p:sldIdLst>
  <p:sldSz cx="18288000" cy="10287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Bold" panose="020B0806030504020204" pitchFamily="34" charset="0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6A6A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9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28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1A546-6D9E-4E84-A197-EA66A1AD9680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68DA-62E4-4C5F-9E6E-6AC1FF40AE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63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F84A4-C333-DC1E-6AA2-78569099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EC3C12-7D5F-644A-92FD-9AFAD783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05CA2-BD92-34C1-9B49-53B01CC3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3A91-5749-40B3-BE90-0B6F7E698395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563C3-E782-9A16-7D6D-8F4A9442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F13D81-7A75-7621-F2C9-05353F93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35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F71EB-A7BD-8280-D889-9C6E85F0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EEFC87-1F5F-DFBF-E6AB-6FC09288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8F2174-B127-1543-92D9-6A62B0FB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4456-5A01-46E4-8031-FB53E7FB1F91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B656F7-83BE-EC74-7C89-34235D1C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945215-A1DA-1B24-C4E6-ED625653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26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168C4-957C-9E72-E782-1DB45B9D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C5091-39F6-0BC5-EBFA-DF7F2156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62CE6D-D31C-13C2-D133-2BD216E3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5D258-3CD3-4D51-BAC2-9061C09D84D7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E963B5-E510-A1E6-A189-C0974CE6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9AFE6B-9089-71C9-6ABC-56BBAB33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61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BB2B8-0699-B1CB-4DE6-99BA300573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47688"/>
            <a:ext cx="11277600" cy="542925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HEADER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6148D8-849F-A646-058A-637AC260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008C4-11EA-4574-8EAF-D266F6355689}" type="datetime1">
              <a:rPr lang="en-US" smtClean="0"/>
              <a:t>2/2/2026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658E-3894-BBE5-3CC8-97D4A02A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5A1C17-4B75-DC3B-DBFB-463DE185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96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6148D8-849F-A646-058A-637AC260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4636-32B3-4611-9391-107831B238A8}" type="datetime1">
              <a:rPr lang="en-US" smtClean="0"/>
              <a:t>2/2/2026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658E-3894-BBE5-3CC8-97D4A02A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5A1C17-4B75-DC3B-DBFB-463DE185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0AF88B6-07FB-F2C2-0F6B-B3C80F98AA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7300" y="1485900"/>
            <a:ext cx="15773400" cy="7620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1BCD0EF-5FCA-4935-B669-FA4CCC0A8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47688"/>
            <a:ext cx="11277600" cy="542925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08562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B355EE-0C23-7F96-9D83-4A85413D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91D3-52C3-461E-AE0D-41EB63B4DDD0}" type="datetime1">
              <a:rPr lang="en-US" smtClean="0"/>
              <a:t>2/2/2026</a:t>
            </a:fld>
            <a:r>
              <a:rPr lang="de-DE"/>
              <a:t>Orig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73838-75BA-2FDD-CB9C-29854521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90DB3E-AA64-A75C-7EAA-3853B884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28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03B67F-1F47-D192-C1B0-1B5AC6D7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C6B772-5F28-81AF-8E1C-DA807A26D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0CE6AC-2C2B-2514-28D2-E2080F389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F223A-F8FE-4169-87A0-589CBEBD9773}" type="datetime1">
              <a:rPr lang="en-US" smtClean="0"/>
              <a:t>2/2/2026</a:t>
            </a:fld>
            <a:r>
              <a:rPr lang="de-DE"/>
              <a:t>Orig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CF3423-53DB-BAD9-203B-949CC2A03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38A91C-FF6A-A3B5-0439-ABA462B42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C5FB251-A7EE-921B-7DA1-DC523DA23B7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949416" y="268121"/>
            <a:ext cx="1929851" cy="75264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85E68E3-DF19-0DBE-9BD7-60730681BA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981250" y="10101580"/>
            <a:ext cx="347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9972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72" r:id="rId5"/>
    <p:sldLayoutId id="214748366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DF9A-7C84-38D9-0DBB-5A1A828A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1584F-43CB-E30A-D370-060F02647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0025"/>
            <a:ext cx="17830799" cy="9329737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1BDCC929-4C03-1858-1E7A-7D9BAD6DB70D}"/>
              </a:ext>
            </a:extLst>
          </p:cNvPr>
          <p:cNvSpPr txBox="1"/>
          <p:nvPr>
            <p:ph type="ctrTitle"/>
            <p:custDataLst>
              <p:tags r:id="rId1"/>
            </p:custDataLst>
          </p:nvPr>
        </p:nvSpPr>
        <p:spPr>
          <a:xfrm>
            <a:off x="753035" y="6842440"/>
            <a:ext cx="8022194" cy="94157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  <a:endParaRPr lang="en-US" sz="6900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9F5DFE-3B65-E3EC-7EA6-24D41B5D4517}"/>
              </a:ext>
            </a:extLst>
          </p:cNvPr>
          <p:cNvSpPr txBox="1"/>
          <p:nvPr>
            <p:ph type="subTitle"/>
            <p:custDataLst>
              <p:tags r:id="rId2"/>
            </p:custDataLst>
          </p:nvPr>
        </p:nvSpPr>
        <p:spPr>
          <a:xfrm>
            <a:off x="739492" y="8445753"/>
            <a:ext cx="13866603" cy="42227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A046C80-6EE8-B1CA-5A24-D1FDC3911D4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2000" y="8074720"/>
            <a:ext cx="13844095" cy="0"/>
          </a:xfrm>
          <a:prstGeom prst="line">
            <a:avLst/>
          </a:prstGeom>
          <a:ln w="762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A8291A-835B-0196-887A-081393C1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60295C-6E97-0C29-9933-781857B7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64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B227-C7F4-6B5B-C4DB-9445E420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Fahrzeug, draußen, Himmel, Landfahrzeug enthält.&#10;&#10;KI-generierte Inhalte können fehlerhaft sein.">
            <a:extLst>
              <a:ext uri="{FF2B5EF4-FFF2-40B4-BE49-F238E27FC236}">
                <a16:creationId xmlns:a16="http://schemas.microsoft.com/office/drawing/2014/main" id="{384FC9BA-91D3-9A5C-82B0-6207CF606E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2"/>
          <a:stretch/>
        </p:blipFill>
        <p:spPr>
          <a:xfrm>
            <a:off x="285750" y="204787"/>
            <a:ext cx="17716500" cy="9329738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51C06A57-FB9A-1821-87A9-9D108C92B7DA}"/>
              </a:ext>
            </a:extLst>
          </p:cNvPr>
          <p:cNvSpPr txBox="1"/>
          <p:nvPr>
            <p:ph type="ctrTitle"/>
            <p:custDataLst>
              <p:tags r:id="rId1"/>
            </p:custDataLst>
          </p:nvPr>
        </p:nvSpPr>
        <p:spPr>
          <a:xfrm>
            <a:off x="753035" y="6842440"/>
            <a:ext cx="8022194" cy="94157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  <a:endParaRPr lang="en-US" sz="69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BBBF7ED-E150-6F85-BC04-E1DA7556EB2E}"/>
              </a:ext>
            </a:extLst>
          </p:cNvPr>
          <p:cNvSpPr txBox="1"/>
          <p:nvPr>
            <p:ph type="subTitle"/>
            <p:custDataLst>
              <p:tags r:id="rId2"/>
            </p:custDataLst>
          </p:nvPr>
        </p:nvSpPr>
        <p:spPr>
          <a:xfrm>
            <a:off x="739492" y="8445753"/>
            <a:ext cx="13866603" cy="42227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A7BD6E2-4969-7150-A220-CFFE7636770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2000" y="8074720"/>
            <a:ext cx="13844095" cy="0"/>
          </a:xfrm>
          <a:prstGeom prst="line">
            <a:avLst/>
          </a:prstGeom>
          <a:ln w="762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9295-FD91-0ECE-2922-517710D3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61C996-9A2A-48AB-B5FE-B73A57B4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85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5355" y="3183023"/>
            <a:ext cx="6718725" cy="3345254"/>
            <a:chOff x="0" y="180975"/>
            <a:chExt cx="8958300" cy="4460337"/>
          </a:xfrm>
        </p:grpSpPr>
        <p:sp>
          <p:nvSpPr>
            <p:cNvPr id="3" name="TextBox 3"/>
            <p:cNvSpPr txBox="1"/>
            <p:nvPr>
              <p:ph type="subTitle"/>
            </p:nvPr>
          </p:nvSpPr>
          <p:spPr>
            <a:xfrm>
              <a:off x="0" y="4099368"/>
              <a:ext cx="8958300" cy="541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Subtitel</a:t>
              </a:r>
              <a:endPara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TextBox 4"/>
            <p:cNvSpPr txBox="1"/>
            <p:nvPr>
              <p:ph type="ctrTitle"/>
            </p:nvPr>
          </p:nvSpPr>
          <p:spPr>
            <a:xfrm>
              <a:off x="0" y="180975"/>
              <a:ext cx="8958300" cy="1637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Titel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28700" y="1866751"/>
            <a:ext cx="8114308" cy="6676105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2750917" y="2544200"/>
                  </a:moveTo>
                  <a:lnTo>
                    <a:pt x="0" y="5088399"/>
                  </a:lnTo>
                  <a:lnTo>
                    <a:pt x="3433653" y="5088399"/>
                  </a:lnTo>
                  <a:lnTo>
                    <a:pt x="6184570" y="2544200"/>
                  </a:lnTo>
                  <a:lnTo>
                    <a:pt x="3433653" y="0"/>
                  </a:lnTo>
                  <a:lnTo>
                    <a:pt x="0" y="0"/>
                  </a:lnTo>
                  <a:lnTo>
                    <a:pt x="2750917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2750917" y="2544200"/>
                  </a:moveTo>
                  <a:lnTo>
                    <a:pt x="0" y="5088399"/>
                  </a:lnTo>
                  <a:lnTo>
                    <a:pt x="3433653" y="5088399"/>
                  </a:lnTo>
                  <a:lnTo>
                    <a:pt x="6184570" y="2544200"/>
                  </a:lnTo>
                  <a:lnTo>
                    <a:pt x="3433653" y="0"/>
                  </a:lnTo>
                  <a:lnTo>
                    <a:pt x="0" y="0"/>
                  </a:lnTo>
                  <a:lnTo>
                    <a:pt x="2750917" y="2544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944785"/>
            <a:ext cx="1200242" cy="2397430"/>
          </a:xfrm>
          <a:custGeom>
            <a:avLst/>
            <a:gdLst/>
            <a:ahLst/>
            <a:cxnLst/>
            <a:rect l="l" t="t" r="r" b="b"/>
            <a:pathLst>
              <a:path w="1200242" h="2397430">
                <a:moveTo>
                  <a:pt x="0" y="0"/>
                </a:moveTo>
                <a:lnTo>
                  <a:pt x="1200242" y="0"/>
                </a:lnTo>
                <a:lnTo>
                  <a:pt x="1200242" y="2397430"/>
                </a:lnTo>
                <a:lnTo>
                  <a:pt x="0" y="239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65449BF-46E4-B881-9799-4DC25069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00C26B2-196E-DB8E-A1D4-003A09CE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ctrTitle"/>
          </p:nvPr>
        </p:nvSpPr>
        <p:spPr>
          <a:xfrm>
            <a:off x="2210699" y="2307683"/>
            <a:ext cx="8022194" cy="94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2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</a:p>
        </p:txBody>
      </p:sp>
      <p:sp>
        <p:nvSpPr>
          <p:cNvPr id="3" name="TextBox 3"/>
          <p:cNvSpPr txBox="1"/>
          <p:nvPr>
            <p:ph type="subTitle"/>
          </p:nvPr>
        </p:nvSpPr>
        <p:spPr>
          <a:xfrm>
            <a:off x="2210699" y="4719291"/>
            <a:ext cx="1386660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55EDC7-376D-A584-4D0E-F102C1B2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9037F5-F203-5CDA-FC82-32E365E2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7320" y="3886834"/>
            <a:ext cx="3388048" cy="4359851"/>
            <a:chOff x="0" y="0"/>
            <a:chExt cx="3133810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67528" y="3886834"/>
            <a:ext cx="3388048" cy="4359851"/>
            <a:chOff x="0" y="0"/>
            <a:chExt cx="3133810" cy="40326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02632" y="3886834"/>
            <a:ext cx="3388048" cy="4359851"/>
            <a:chOff x="0" y="0"/>
            <a:chExt cx="3133810" cy="40326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32424" y="3886834"/>
            <a:ext cx="3388048" cy="4359851"/>
            <a:chOff x="0" y="0"/>
            <a:chExt cx="3133810" cy="4032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12371" y="1898841"/>
            <a:ext cx="1086325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1039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1039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1247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1247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6351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34182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56143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56143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20A26954-A917-33DC-371B-29AAB348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B17B0DF8-51EA-B893-90D1-1764CEB3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04270" y="2018533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788453" y="2191841"/>
            <a:ext cx="771999" cy="771999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01847" y="2181410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4270" y="3300601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88453" y="3471682"/>
            <a:ext cx="771999" cy="771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01847" y="3461251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4270" y="5864738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88453" y="6031363"/>
            <a:ext cx="771999" cy="77199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901847" y="6020932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04270" y="4582669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788453" y="4751522"/>
            <a:ext cx="771999" cy="77199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901847" y="4741091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04270" y="7146806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88453" y="7311203"/>
            <a:ext cx="771999" cy="771999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901847" y="7300772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753" y="2175753"/>
            <a:ext cx="425758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11EDF53E-11DD-477A-3C02-FA572673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69C86B14-8FBB-6AAF-8B37-5FCF2652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4215" y="5184858"/>
            <a:ext cx="5532090" cy="335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consetetur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sadipscing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elitr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sed diam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nonumy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eirmod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tempor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invidunt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ut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labore et dolore magna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aliquyam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erat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sed diam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voluptua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At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vero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eos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accusam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justo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duo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dolores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rebum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Stet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clita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kasd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gubergren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no sea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takimata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sanctus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est 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consetetur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endParaRPr lang="en-US" sz="2150"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94215" y="2035391"/>
            <a:ext cx="5532090" cy="162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60"/>
              </a:lnSpc>
              <a:spcBef>
                <a:spcPct val="0"/>
              </a:spcBef>
            </a:pPr>
            <a:r>
              <a:rPr lang="en-US" sz="5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 </a:t>
            </a:r>
            <a:endParaRPr lang="en-US">
              <a:solidFill>
                <a:srgbClr val="000000"/>
              </a:solidFill>
              <a:latin typeface="Aptos" panose="02110004020202020204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6360"/>
              </a:lnSpc>
              <a:spcBef>
                <a:spcPct val="0"/>
              </a:spcBef>
            </a:pPr>
            <a:r>
              <a:rPr lang="en-US" sz="5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olor</a:t>
            </a:r>
            <a:r>
              <a:rPr lang="en-US" sz="5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sit </a:t>
            </a:r>
            <a:r>
              <a:rPr lang="en-US" sz="5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>
              <a:latin typeface="Aptos" panose="02110004020202020204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32679" r="32679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B120018C-50D5-BC6C-BF96-7A2970001D7C}"/>
              </a:ext>
            </a:extLst>
          </p:cNvPr>
          <p:cNvSpPr/>
          <p:nvPr/>
        </p:nvSpPr>
        <p:spPr>
          <a:xfrm>
            <a:off x="1994215" y="4838700"/>
            <a:ext cx="4495800" cy="0"/>
          </a:xfrm>
          <a:prstGeom prst="line">
            <a:avLst/>
          </a:prstGeom>
          <a:ln w="19050" cap="rnd">
            <a:solidFill>
              <a:srgbClr val="1717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AFCC64-B2A3-3383-4B7E-3BCC3A2E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B63348-BCA1-C4AD-465B-1E4E78AC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5888" y="2163342"/>
            <a:ext cx="4554038" cy="5960317"/>
            <a:chOff x="0" y="0"/>
            <a:chExt cx="3525957" cy="4614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203311" y="5220495"/>
            <a:ext cx="3879192" cy="111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32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grpSp>
        <p:nvGrpSpPr>
          <p:cNvPr id="5" name="Group 5"/>
          <p:cNvGrpSpPr/>
          <p:nvPr/>
        </p:nvGrpSpPr>
        <p:grpSpPr>
          <a:xfrm>
            <a:off x="3612221" y="3221000"/>
            <a:ext cx="1061372" cy="106137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12221" y="3355256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66981" y="2163342"/>
            <a:ext cx="4554038" cy="5960317"/>
            <a:chOff x="0" y="0"/>
            <a:chExt cx="3525957" cy="4614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97931" y="5220495"/>
            <a:ext cx="3879192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3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endParaRPr lang="en-US" err="1"/>
          </a:p>
        </p:txBody>
      </p:sp>
      <p:grpSp>
        <p:nvGrpSpPr>
          <p:cNvPr id="11" name="Group 11"/>
          <p:cNvGrpSpPr/>
          <p:nvPr/>
        </p:nvGrpSpPr>
        <p:grpSpPr>
          <a:xfrm>
            <a:off x="8606842" y="3221000"/>
            <a:ext cx="1061372" cy="1061372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613314" y="3307150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868075" y="2163342"/>
            <a:ext cx="4554038" cy="5960317"/>
            <a:chOff x="0" y="0"/>
            <a:chExt cx="3525957" cy="46147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205498" y="5220495"/>
            <a:ext cx="3879192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3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endParaRPr lang="en-US" err="1"/>
          </a:p>
        </p:txBody>
      </p:sp>
      <p:grpSp>
        <p:nvGrpSpPr>
          <p:cNvPr id="17" name="Group 17"/>
          <p:cNvGrpSpPr/>
          <p:nvPr/>
        </p:nvGrpSpPr>
        <p:grpSpPr>
          <a:xfrm>
            <a:off x="13614408" y="3221000"/>
            <a:ext cx="1061372" cy="1061372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614408" y="3307150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193BF129-1BD7-C37E-B72E-32D974E5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2180135-30B0-ACDF-2B36-715D11FB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7320" y="3842569"/>
            <a:ext cx="3388048" cy="4359851"/>
            <a:chOff x="0" y="0"/>
            <a:chExt cx="3133810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98507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5" name="TextBox 5"/>
          <p:cNvSpPr txBox="1"/>
          <p:nvPr/>
        </p:nvSpPr>
        <p:spPr>
          <a:xfrm>
            <a:off x="1998507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Topic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8507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Topic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32424" y="3842569"/>
            <a:ext cx="3388048" cy="4359851"/>
            <a:chOff x="0" y="0"/>
            <a:chExt cx="3133810" cy="40326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97632" y="4136358"/>
            <a:ext cx="2657633" cy="65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10" name="TextBox 10"/>
          <p:cNvSpPr txBox="1"/>
          <p:nvPr/>
        </p:nvSpPr>
        <p:spPr>
          <a:xfrm>
            <a:off x="5897632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97632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67528" y="3842569"/>
            <a:ext cx="3388048" cy="4359851"/>
            <a:chOff x="0" y="0"/>
            <a:chExt cx="3133810" cy="40326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32736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15" name="TextBox 15"/>
          <p:cNvSpPr txBox="1"/>
          <p:nvPr/>
        </p:nvSpPr>
        <p:spPr>
          <a:xfrm>
            <a:off x="9732736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32736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202632" y="3842569"/>
            <a:ext cx="3388048" cy="4359851"/>
            <a:chOff x="0" y="0"/>
            <a:chExt cx="3133810" cy="40326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567840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sz="195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67840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67840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73358" y="1787280"/>
            <a:ext cx="1409422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80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ACB6F7B0-CF99-A1C8-B838-31701AA9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de-DE" sz="490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6B76E662-A22C-A777-AB42-D5367C84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AE9A1CD7-664D-516D-DEAA-315CBC28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870270"/>
            <a:ext cx="7259166" cy="6546460"/>
            <a:chOff x="0" y="0"/>
            <a:chExt cx="9678889" cy="872861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8393" r="28393"/>
            <a:stretch>
              <a:fillRect/>
            </a:stretch>
          </p:blipFill>
          <p:spPr>
            <a:xfrm>
              <a:off x="0" y="0"/>
              <a:ext cx="9678889" cy="872861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884834" y="1870270"/>
            <a:ext cx="6386353" cy="6546460"/>
            <a:chOff x="0" y="0"/>
            <a:chExt cx="5907123" cy="605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07123" cy="6055216"/>
            </a:xfrm>
            <a:custGeom>
              <a:avLst/>
              <a:gdLst/>
              <a:ahLst/>
              <a:cxnLst/>
              <a:rect l="l" t="t" r="r" b="b"/>
              <a:pathLst>
                <a:path w="5907123" h="6055216">
                  <a:moveTo>
                    <a:pt x="5782663" y="6055216"/>
                  </a:moveTo>
                  <a:lnTo>
                    <a:pt x="124460" y="6055216"/>
                  </a:lnTo>
                  <a:cubicBezTo>
                    <a:pt x="55880" y="6055216"/>
                    <a:pt x="0" y="5999336"/>
                    <a:pt x="0" y="593075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782663" y="0"/>
                  </a:lnTo>
                  <a:cubicBezTo>
                    <a:pt x="5851243" y="0"/>
                    <a:pt x="5907123" y="55880"/>
                    <a:pt x="5907123" y="124460"/>
                  </a:cubicBezTo>
                  <a:lnTo>
                    <a:pt x="5907123" y="5930756"/>
                  </a:lnTo>
                  <a:cubicBezTo>
                    <a:pt x="5907123" y="5999336"/>
                    <a:pt x="5851243" y="6055216"/>
                    <a:pt x="5782663" y="6055216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98952" y="4205948"/>
            <a:ext cx="455811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3"/>
              </a:lnSpc>
              <a:spcBef>
                <a:spcPct val="0"/>
              </a:spcBef>
            </a:pPr>
            <a:r>
              <a:rPr lang="en-US" sz="31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</a:t>
            </a:r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798952" y="5670736"/>
            <a:ext cx="4558115" cy="178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amet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,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consetetursadipscing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elitr</a:t>
            </a:r>
            <a:r>
              <a:rPr lang="en-US" sz="2200" u="none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, 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sed diam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nonumy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eirmodtempor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invidunt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ut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lab</a:t>
            </a:r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98952" y="3018207"/>
            <a:ext cx="831315" cy="574309"/>
          </a:xfrm>
          <a:custGeom>
            <a:avLst/>
            <a:gdLst/>
            <a:ahLst/>
            <a:cxnLst/>
            <a:rect l="l" t="t" r="r" b="b"/>
            <a:pathLst>
              <a:path w="831315" h="574309">
                <a:moveTo>
                  <a:pt x="0" y="0"/>
                </a:moveTo>
                <a:lnTo>
                  <a:pt x="831315" y="0"/>
                </a:lnTo>
                <a:lnTo>
                  <a:pt x="831315" y="574309"/>
                </a:lnTo>
                <a:lnTo>
                  <a:pt x="0" y="574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6EF83D5-3734-385A-806D-E2EDD8EF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5D7959-B514-C1ED-9C4B-CFD08C0E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0625" y="5133975"/>
            <a:ext cx="16068675" cy="0"/>
          </a:xfrm>
          <a:prstGeom prst="line">
            <a:avLst/>
          </a:prstGeom>
          <a:ln w="19050" cap="rnd">
            <a:solidFill>
              <a:srgbClr val="1717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81575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17258" y="4972050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5817" y="4972050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94375" y="49720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2" name="TextBox 12"/>
          <p:cNvSpPr txBox="1"/>
          <p:nvPr>
            <p:custDataLst>
              <p:tags r:id="rId1"/>
            </p:custDataLst>
          </p:nvPr>
        </p:nvSpPr>
        <p:spPr>
          <a:xfrm>
            <a:off x="1028700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1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ipsum.</a:t>
            </a:r>
            <a:endParaRPr lang="en-US" sz="2100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>
            <p:custDataLst>
              <p:tags r:id="rId2"/>
            </p:custDataLst>
          </p:nvPr>
        </p:nvSpPr>
        <p:spPr>
          <a:xfrm>
            <a:off x="5317258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7258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ipsum.</a:t>
            </a:r>
            <a:endParaRPr lang="en-US" sz="2100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05817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5817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</a:t>
            </a:r>
            <a:r>
              <a:rPr lang="en-US" sz="21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94375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</a:t>
            </a:r>
            <a:r>
              <a:rPr lang="en-US" sz="21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D9CEDBE-DE9E-CF0F-9A94-A098D764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C2D5C66D-AE88-16EC-4A7E-B18D53F2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3BA4F830-7FF1-4066-543B-F10DEE9C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361" y="1546440"/>
            <a:ext cx="1408488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Arial"/>
                <a:ea typeface="Open Sans Bold"/>
                <a:cs typeface="Arial"/>
                <a:sym typeface="Open Sans Bold"/>
              </a:rPr>
              <a:t>Lorem ipsum dolor sit </a:t>
            </a:r>
            <a:endParaRPr lang="en-US" sz="8000" b="1">
              <a:latin typeface="Arial"/>
              <a:ea typeface="Open Sans Bold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99361" y="4065690"/>
            <a:ext cx="14089277" cy="273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consetetursadipscing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elitr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 diam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nonumy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eirmodtempor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invidunt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labore et dolore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magnaaliquyam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erat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 diam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voluptua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eoset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accusam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justo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duo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dolores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rebum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>
              <a:solidFill>
                <a:srgbClr val="000000"/>
              </a:solidFill>
              <a:latin typeface="Aptos" panose="02110004020202020204"/>
              <a:ea typeface="Open Sans"/>
              <a:cs typeface="Open Sans"/>
              <a:sym typeface="Open Sans"/>
            </a:endParaRPr>
          </a:p>
          <a:p>
            <a:pPr>
              <a:lnSpc>
                <a:spcPts val="3636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6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clita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kasd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gubergren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sea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takimatasanctus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est Lorem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amet.Lorem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consetetur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A2D18-E740-B17A-5138-5D820A78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F2313-33CF-C9E0-F1A4-8185359C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12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646335-DFD9-DA28-EF76-E64F0907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440E1D-FB1C-3663-659E-BA9163E2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0C1F1-6E91-A60B-458D-CAE407B4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13</a:t>
            </a:fld>
            <a:endParaRPr lang="de-DE"/>
          </a:p>
        </p:txBody>
      </p:sp>
      <p:sp>
        <p:nvSpPr>
          <p:cNvPr id="100" name="Content Placeholder 100"/>
          <p:cNvSpPr>
            <a:spLocks noGrp="1"/>
          </p:cNvSpPr>
          <p:nvPr>
            <p:ph type="body" idx="1"/>
          </p:nvPr>
        </p:nvSpPr>
        <p:spPr>
          <a:xfrm>
            <a:off x="457200" y="1200000"/>
            <a:ext cx="17373600" cy="7800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05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B988-E7CA-C315-4DA0-F01EE032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C3C3E-230B-A8CF-4BC4-6F1AF866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D9C0-73EC-41DF-FB97-DE7C0ACF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14</a:t>
            </a:fld>
            <a:endParaRPr lang="de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52E4C60-3614-C6BB-5AF1-7512D4987140}"/>
              </a:ext>
            </a:extLst>
          </p:cNvPr>
          <p:cNvSpPr/>
          <p:nvPr/>
        </p:nvSpPr>
        <p:spPr>
          <a:xfrm>
            <a:off x="381000" y="1968224"/>
            <a:ext cx="17449800" cy="7290075"/>
          </a:xfrm>
          <a:custGeom>
            <a:avLst/>
            <a:gdLst/>
            <a:ahLst/>
            <a:cxnLst/>
            <a:rect l="l" t="t" r="r" b="b"/>
            <a:pathLst>
              <a:path w="5907123" h="6055216">
                <a:moveTo>
                  <a:pt x="5782663" y="6055216"/>
                </a:moveTo>
                <a:lnTo>
                  <a:pt x="124460" y="6055216"/>
                </a:lnTo>
                <a:cubicBezTo>
                  <a:pt x="55880" y="6055216"/>
                  <a:pt x="0" y="5999336"/>
                  <a:pt x="0" y="593075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782663" y="0"/>
                </a:lnTo>
                <a:cubicBezTo>
                  <a:pt x="5851243" y="0"/>
                  <a:pt x="5907123" y="55880"/>
                  <a:pt x="5907123" y="124460"/>
                </a:cubicBezTo>
                <a:lnTo>
                  <a:pt x="5907123" y="5930756"/>
                </a:lnTo>
                <a:cubicBezTo>
                  <a:pt x="5907123" y="5999336"/>
                  <a:pt x="5851243" y="6055216"/>
                  <a:pt x="5782663" y="6055216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endParaRPr lang="de-DE"/>
          </a:p>
        </p:txBody>
      </p:sp>
      <p:sp>
        <p:nvSpPr>
          <p:cNvPr id="100" name="Content Placeholder 100"/>
          <p:cNvSpPr>
            <a:spLocks noGrp="1"/>
          </p:cNvSpPr>
          <p:nvPr>
            <p:ph type="body" idx="1"/>
          </p:nvPr>
        </p:nvSpPr>
        <p:spPr>
          <a:xfrm>
            <a:off x="457200" y="1200000"/>
            <a:ext cx="17373600" cy="7800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60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6CE6-2C70-EF7C-8CC8-6957DB64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83B7F-7AD1-65EA-A727-42A58B28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F4D9-2691-7CF4-856B-CA226A73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15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8FD23E-BAE1-02C2-C860-6D9F0F6595F3}"/>
              </a:ext>
            </a:extLst>
          </p:cNvPr>
          <p:cNvCxnSpPr>
            <a:cxnSpLocks/>
          </p:cNvCxnSpPr>
          <p:nvPr/>
        </p:nvCxnSpPr>
        <p:spPr>
          <a:xfrm>
            <a:off x="9144000" y="1931069"/>
            <a:ext cx="0" cy="7666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46EB0956-1365-5513-571A-AD9C3F5C5CA3}"/>
              </a:ext>
            </a:extLst>
          </p:cNvPr>
          <p:cNvSpPr/>
          <p:nvPr/>
        </p:nvSpPr>
        <p:spPr>
          <a:xfrm>
            <a:off x="9448800" y="2182555"/>
            <a:ext cx="8000997" cy="7151945"/>
          </a:xfrm>
          <a:custGeom>
            <a:avLst/>
            <a:gdLst/>
            <a:ahLst/>
            <a:cxnLst/>
            <a:rect l="l" t="t" r="r" b="b"/>
            <a:pathLst>
              <a:path w="5907123" h="6055216">
                <a:moveTo>
                  <a:pt x="5782663" y="6055216"/>
                </a:moveTo>
                <a:lnTo>
                  <a:pt x="124460" y="6055216"/>
                </a:lnTo>
                <a:cubicBezTo>
                  <a:pt x="55880" y="6055216"/>
                  <a:pt x="0" y="5999336"/>
                  <a:pt x="0" y="593075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782663" y="0"/>
                </a:lnTo>
                <a:cubicBezTo>
                  <a:pt x="5851243" y="0"/>
                  <a:pt x="5907123" y="55880"/>
                  <a:pt x="5907123" y="124460"/>
                </a:cubicBezTo>
                <a:lnTo>
                  <a:pt x="5907123" y="5930756"/>
                </a:lnTo>
                <a:cubicBezTo>
                  <a:pt x="5907123" y="5999336"/>
                  <a:pt x="5851243" y="6055216"/>
                  <a:pt x="5782663" y="6055216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endParaRPr lang="de-DE"/>
          </a:p>
        </p:txBody>
      </p:sp>
      <p:sp>
        <p:nvSpPr>
          <p:cNvPr id="101" name="Content Placeholder Left"/>
          <p:cNvSpPr>
            <a:spLocks noGrp="1"/>
          </p:cNvSpPr>
          <p:nvPr>
            <p:ph type="body" idx="1"/>
          </p:nvPr>
        </p:nvSpPr>
        <p:spPr>
          <a:xfrm>
            <a:off x="457200" y="2000000"/>
            <a:ext cx="8200000" cy="7000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2" name="Content Placeholder Right"/>
          <p:cNvSpPr>
            <a:spLocks noGrp="1"/>
          </p:cNvSpPr>
          <p:nvPr>
            <p:ph type="body" idx="2"/>
          </p:nvPr>
        </p:nvSpPr>
        <p:spPr>
          <a:xfrm>
            <a:off x="9600000" y="2000000"/>
            <a:ext cx="8200000" cy="7000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29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73600" cy="700000"/>
          </a:xfrm>
        </p:spPr>
        <p:txBody>
          <a:bodyPr/>
          <a:lstStyle/>
          <a:p>
            <a:r>
              <a:rPr lang="de-DE"/>
              <a:t>Header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0000"/>
            <a:ext cx="17373600" cy="500000"/>
          </a:xfrm>
        </p:spPr>
        <p:txBody>
          <a:bodyPr/>
          <a:lstStyle/>
          <a:p>
            <a:r>
              <a:rPr lang="de-DE"/>
              <a:t>Subheader</a:t>
            </a:r>
          </a:p>
        </p:txBody>
      </p:sp>
      <p:sp>
        <p:nvSpPr>
          <p:cNvPr id="4" name="Content 3"/>
          <p:cNvSpPr>
            <a:spLocks noGrp="1"/>
          </p:cNvSpPr>
          <p:nvPr>
            <p:ph type="body" idx="2"/>
          </p:nvPr>
        </p:nvSpPr>
        <p:spPr>
          <a:xfrm>
            <a:off x="457200" y="1600000"/>
            <a:ext cx="17373600" cy="7400000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16</a:t>
            </a:fld>
            <a:endParaRPr lang="de-DE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2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zx/qWKIq4xAn/j5mbGhL7kEAAAAAAADAAAAAAADAAAAAwADAAAAAAADAAAABAADAAAAAAD///////8DAAAAAAD///////8DAAAAAAD///////8DAAEA////////BQAAAAMAEAAL7Qcqn4pTjUSKOnrfUlJKTwQAAAABAAMAAAACAAMAAAAEAAQAAgD///////8FAAAABAAQAAvxd6H+Gt3YQJW/gat1FWma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PH+pYoirjECf+PmZsaEvuQNEYXRhABsAAAAETGlua2VkU2hhcGVEYXRhAAUAAAAAAAJOYW1lABkAAABMaW5rZWRTaGFwZXNEYXRhUHJvcGVydHkAEFZlcnNpb24AAAAAAAlMYXN0V3JpdGUAF/MmmJsBAAAAAQD/////gwCDAAAABV9pZAAQAAAABO0HKp+KU41Eijp631JSSk8DRGF0YQAbAAAABExpbmtlZFNoYXBlRGF0YQAFAAAAAAACTmFtZQAZAAAATGlua2VkU2hhcGVzRGF0YVByb3BlcnR5ABBWZXJzaW9uAAEAAAAJTGFzdFdyaXRlAHXzJpibAQAAAAIA/////8YAxgAAAAVfaWQAEAAAAATxd6H+Gt3YQJW/gat1FWmaA0RhdGEAUwAAAAhQcmVzZW50YXRpb25TY2FubmVkRm9yTGlua2VkU2hhcGVzAAACTnVtYmVyRm9ybWF0U2VwYXJhdG9yTW9kZQAKAAAAQXV0b21hdGljAAACTmFtZQAkAAAATGlua2VkU2hhcGVQcmVzZW50YXRpb25TZXR0aW5nc0RhdGEAEFZlcnNpb24AAAAAAAlMYXN0V3JpdGUAdfMmmJ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EAP///////wUAAAAE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GgAGTGlua2VkU2hhcGVzRGF0YVByb3BlcnR5XzAEAAAAAAAFAAAABAAFAAAAAwAFAAAABAD///////8FAAAAAAD///////8FAAAAAAD///////8FAAAAAAD///////8DAAEBAwAAAAMA////////GgAGTGlua2VkU2hhcGVzRGF0YVByb3BlcnR5XzEEAAAAAQAFAAAAAgAFAAAAAQAEAAIBAwAAAAQA////////JQAGTGlua2VkU2hhcGVQcmVzZW50YXRpb25TZXR0aW5nc0RhdGFfMAQAAAACAAUAAAAA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33810482125085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4uQAyVsVSZPjz3bFL4FCp4EAAAAAAADAAAAAAADAAAABAADAAAAAAD///////8DAAAAAAD///////8DAAEA////////BQAAAAMAEAALykI03QMzYUuUZUxv39+WPwQAAAABAAMAAAAEAAMAAAABAAQAAQD///////8FAAAABAAQAAsolYNqr8cSSKU6f6YlBaK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5ADJWxVJk+PPdsUvgUKngREYXRhAAUAAAAAAk5hbWUADQAAAExpbmtEYXRhTGlzdAAQVmVyc2lvbgABAAAACUxhc3RXcml0ZQAN9lmcmwEAAAABAP////9hAGEAAAAFX2lkABAAAAAEykI03QMzYUuUZUxv39+WPwREYXRhAAUAAAAAAk5hbWUADQAAAExpbmtEYXRhTGlzdAAQVmVyc2lvbgAAAAAACUxhc3RXcml0ZQDt9VmcmwEAAAACAP////9wAHAAAAAFX2lkABAAAAAEKJWDaq/HEkilOn+mJQWivQNEYXRhABYAAAACUGVyc29uYWxJZAABAAAAAAACTmFtZQALAAAAUGVyc29uYWxJZAAQVmVyc2lvbgAAAAAACUxhc3RXcml0ZQBX9l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1394685"/>
  <p:tag name="EMPOWERCHARTSPROPERTIES_B_LENGTH" val="24576"/>
  <p:tag name="DOWN_MIGRATION_INITIAL_LAYOUT_REQUIRED" val="9.2.99"/>
  <p:tag name="RUNTIME_ID" val="600add46-ade6-48cc-90dd-676323c1f9d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/////wUAzgsAAAAAAAAAAAAAIAD///////////////8AAAD////////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HAP///////wUAAAACABAAC27VYSZ32m1JlbxNJSEW6YcEAAAAAAADAAAAAAADAAAABAADAAAAAAD///////8DAAAAAAD///////8DAAAAAAD///////8DAAAAAAD///////8DAAAAAAD///////8DAAAAAAD///////8DAAEA////////BQAAAAMAEAALHN5a/eiRRUCfNKWmuQ2ybAQAAAABAAMAAAAEAAMAAAABAAQAAQD///////8FAAAABAAQAAtm5RzFEhJaQJ9WXIhBQqPk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tVhJnfabUmVvE0lIRbphwREYXRhAAUAAAAAAk5hbWUADQAAAExpbmtEYXRhTGlzdAAQVmVyc2lvbgAAAAAACUxhc3RXcml0ZQDo9lmcmwEAAAABAP////9hAGEAAAAFX2lkABAAAAAEHN5a/eiRRUCfNKWmuQ2ybAREYXRhAAUAAAAAAk5hbWUADQAAAExpbmtEYXRhTGlzdAAQVmVyc2lvbgABAAAACUxhc3RXcml0ZQDo9lmcmwEAAAACAP////9wAHAAAAAFX2lkABAAAAAEZuUcxRISWkCfVlyIQUKj5ANEYXRhABYAAAACUGVyc29uYWxJZAABAAAAAAACTmFtZQALAAAAUGVyc29uYWxJZAAQVmVyc2lvbgAAAAAACUxhc3RXcml0ZQAI91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KCwAAAAAAAAAAAAAgAf///////////////wAAAP///////////////wUAAAAC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cBAwAAAAIA////////DgAGTGlua0RhdGFMaXN0XzAEAAAAAAAFAAAAAAAFAAAAAwAFAAAAAAAFAAAABAAFAAAAAAD///////8FAAAAAAD///////8FAAAAAAD///////8FAAAAAAD///////8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3278085"/>
  <p:tag name="EMPOWERCHARTSPROPERTIES_B_LENGTH" val="24576"/>
  <p:tag name="DOWN_MIGRATION_INITIAL_LAYOUT_REQUIRED" val="9.2.99"/>
  <p:tag name="RUNTIME_ID" val="85a6208c-f3ad-458b-bfe2-decf6935717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xm2T7lxAshMst5FxZmO2/0EAAAAAAADAAAAAAADAAAABAADAAAAAAADAAAABAADAAAAAAD///////8DAAAAAAD///////8DAAAAAAD///////8DAAIA////////BQAAAAMAEAALeWPb+hftOkGjcQpp9/o4OAQAAAABAAMAAAAEAAMAAAABAAMAAAAEAP///////wQAAgD///////8FAAAABAAQAAvmwgf6GOFmQLW8e1ottuMl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GbZPuXECyEyy3kXFmY7b/QREYXRhAAUAAAAAAk5hbWUADQAAAExpbmtEYXRhTGlzdAAQVmVyc2lvbgAAAAAACUxhc3RXcml0ZQAbWVqcmwEAAAABAP////9hAGEAAAAFX2lkABAAAAAEeWPb+hftOkGjcQpp9/o4OAREYXRhAAUAAAAAAk5hbWUADQAAAExpbmtEYXRhTGlzdAAQVmVyc2lvbgABAAAACUxhc3RXcml0ZQAbWVqcmwEAAAACAP////9wAHAAAAAFX2lkABAAAAAE5sIH+hjhZkC1vHtaLbbjJQNEYXRhABYAAAACUGVyc29uYWxJZAABAAAAAAACTmFtZQALAAAAUGVyc29uYWxJZAAQVmVyc2lvbgAAAAAACUxhc3RXcml0ZQAqWVq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yCwAAAAAAAAAAAAAgAf///////////////wAAAP////////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AEAAAAAAAFAAAAAAAFAAAAAwAFAAAAAAAFAAAAAwAFAAAAAAAFAAAABAAFAAAAAAAFAAAABAAFAAAAAAAFAAAABAADAAIBAwAAAAMA////////DgAGTGlua0RhdGFMaXN0XzEEAAAAAQAFAAAAAgAFAAAABAAFAAAAAgAFAAAABAAEAAUBAwAAAAQA////////DAAGUGVyc29uYWxJZF8wBAAAAAIABQAAAAMABQAAAAEABQAAAAMA////////BQAAAAIA////////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254343798"/>
  <p:tag name="EMPOWERCHARTSPROPERTIES_B_LENGTH" val="24576"/>
  <p:tag name="DOWN_MIGRATION_INITIAL_LAYOUT_REQUIRED" val="9.2.99"/>
  <p:tag name="RUNTIME_ID" val="04d0a144-55d8-4861-8178-9807e500026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4uQAyVsVSZPjz3bFL4FCp4EAAAAAAADAAAAAAADAAAABAADAAAAAAD///////8DAAAAAAD///////8DAAEA////////BQAAAAMAEAALykI03QMzYUuUZUxv39+WPwQAAAABAAMAAAAEAAMAAAABAAQAAQD///////8FAAAABAAQAAsolYNqr8cSSKU6f6YlBaK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5ADJWxVJk+PPdsUvgUKngREYXRhAAUAAAAAAk5hbWUADQAAAExpbmtEYXRhTGlzdAAQVmVyc2lvbgABAAAACUxhc3RXcml0ZQAN9lmcmwEAAAABAP////9hAGEAAAAFX2lkABAAAAAEykI03QMzYUuUZUxv39+WPwREYXRhAAUAAAAAAk5hbWUADQAAAExpbmtEYXRhTGlzdAAQVmVyc2lvbgAAAAAACUxhc3RXcml0ZQDt9VmcmwEAAAACAP////9wAHAAAAAFX2lkABAAAAAEKJWDaq/HEkilOn+mJQWivQNEYXRhABYAAAACUGVyc29uYWxJZAABAAAAAAACTmFtZQALAAAAUGVyc29uYWxJZAAQVmVyc2lvbgAAAAAACUxhc3RXcml0ZQBX9l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1394685"/>
  <p:tag name="EMPOWERCHARTSPROPERTIES_B_LENGTH" val="24576"/>
  <p:tag name="DOWN_MIGRATION_INITIAL_LAYOUT_REQUIRED" val="9.2.99"/>
  <p:tag name="RUNTIME_ID" val="600add46-ade6-48cc-90dd-676323c1f9d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/////wUAzgsAAAAAAAAAAAAAIAD///////////////8AAAD////////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HAP///////wUAAAACABAAC27VYSZ32m1JlbxNJSEW6YcEAAAAAAADAAAAAAADAAAABAADAAAAAAD///////8DAAAAAAD///////8DAAAAAAD///////8DAAAAAAD///////8DAAAAAAD///////8DAAAAAAD///////8DAAEA////////BQAAAAMAEAALHN5a/eiRRUCfNKWmuQ2ybAQAAAABAAMAAAAEAAMAAAABAAQAAQD///////8FAAAABAAQAAtm5RzFEhJaQJ9WXIhBQqPk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tVhJnfabUmVvE0lIRbphwREYXRhAAUAAAAAAk5hbWUADQAAAExpbmtEYXRhTGlzdAAQVmVyc2lvbgAAAAAACUxhc3RXcml0ZQDo9lmcmwEAAAABAP////9hAGEAAAAFX2lkABAAAAAEHN5a/eiRRUCfNKWmuQ2ybAREYXRhAAUAAAAAAk5hbWUADQAAAExpbmtEYXRhTGlzdAAQVmVyc2lvbgABAAAACUxhc3RXcml0ZQDo9lmcmwEAAAACAP////9wAHAAAAAFX2lkABAAAAAEZuUcxRISWkCfVlyIQUKj5ANEYXRhABYAAAACUGVyc29uYWxJZAABAAAAAAACTmFtZQALAAAAUGVyc29uYWxJZAAQVmVyc2lvbgAAAAAACUxhc3RXcml0ZQAI91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KCwAAAAAAAAAAAAAgAf///////////////wAAAP///////////////wUAAAAC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cBAwAAAAIA////////DgAGTGlua0RhdGFMaXN0XzAEAAAAAAAFAAAAAAAFAAAAAwAFAAAAAAAFAAAABAAFAAAAAAD///////8FAAAAAAD///////8FAAAAAAD///////8FAAAAAAD///////8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3278085"/>
  <p:tag name="EMPOWERCHARTSPROPERTIES_B_LENGTH" val="24576"/>
  <p:tag name="DOWN_MIGRATION_INITIAL_LAYOUT_REQUIRED" val="9.2.99"/>
  <p:tag name="RUNTIME_ID" val="85a6208c-f3ad-458b-bfe2-decf6935717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xm2T7lxAshMst5FxZmO2/0EAAAAAAADAAAAAAADAAAABAADAAAAAAADAAAABAADAAAAAAD///////8DAAAAAAD///////8DAAAAAAD///////8DAAIA////////BQAAAAMAEAALeWPb+hftOkGjcQpp9/o4OAQAAAABAAMAAAAEAAMAAAABAAMAAAAEAP///////wQAAgD///////8FAAAABAAQAAvmwgf6GOFmQLW8e1ottuMl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GbZPuXECyEyy3kXFmY7b/QREYXRhAAUAAAAAAk5hbWUADQAAAExpbmtEYXRhTGlzdAAQVmVyc2lvbgAAAAAACUxhc3RXcml0ZQAbWVqcmwEAAAABAP////9hAGEAAAAFX2lkABAAAAAEeWPb+hftOkGjcQpp9/o4OAREYXRhAAUAAAAAAk5hbWUADQAAAExpbmtEYXRhTGlzdAAQVmVyc2lvbgABAAAACUxhc3RXcml0ZQAbWVqcmwEAAAACAP////9wAHAAAAAFX2lkABAAAAAE5sIH+hjhZkC1vHtaLbbjJQNEYXRhABYAAAACUGVyc29uYWxJZAABAAAAAAACTmFtZQALAAAAUGVyc29uYWxJZAAQVmVyc2lvbgAAAAAACUxhc3RXcml0ZQAqWVq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yCwAAAAAAAAAAAAAgAf///////////////wAAAP////////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AEAAAAAAAFAAAAAAAFAAAAAwAFAAAAAAAFAAAAAwAFAAAAAAAFAAAABAAFAAAAAAAFAAAABAAFAAAAAAAFAAAABAADAAIBAwAAAAMA////////DgAGTGlua0RhdGFMaXN0XzEEAAAAAQAFAAAAAgAFAAAABAAFAAAAAgAFAAAABAAEAAUBAwAAAAQA////////DAAGUGVyc29uYWxJZF8wBAAAAAIABQAAAAMABQAAAAEABQAAAAMA////////BQAAAAIA////////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254343798"/>
  <p:tag name="EMPOWERCHARTSPROPERTIES_B_LENGTH" val="24576"/>
  <p:tag name="DOWN_MIGRATION_INITIAL_LAYOUT_REQUIRED" val="9.2.99"/>
  <p:tag name="RUNTIME_ID" val="04d0a144-55d8-4861-8178-9807e500026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0Jlp2JpGi9KktOzXQtosrQEAAAAAAADAAAAAAADAAAABAADAAAAAAADAAAAAwADAAAAAAADAAAAAwADAAMA////////BQAAAAMAEAALYzkelpZUT0OG56ctcaYkBgQAAAABAAMAAAAEAAMAAAABAAMAAAACAP///////wMAAAACAP///////wQAAQD///////8FAAAABAAQAAtH89RuyauuQrtxwlIScmc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mWnYmkaL0qS07NdC2iytAREYXRhAAUAAAAAAk5hbWUADQAAAExpbmtEYXRhTGlzdAAQVmVyc2lvbgABAAAACUxhc3RXcml0ZQDAh2ScmwEAAAABAP////9hAGEAAAAFX2lkABAAAAAEYzkelpZUT0OG56ctcaYkBgREYXRhAAUAAAAAAk5hbWUADQAAAExpbmtEYXRhTGlzdAAQVmVyc2lvbgAAAAAACUxhc3RXcml0ZQC9h2ScmwEAAAACAP////9wAHAAAAAFX2lkABAAAAAER/PUbsmrrkK7ccJSEnJnDwNEYXRhABYAAAACUGVyc29uYWxJZAABAAAAAAACTmFtZQALAAAAUGVyc29uYWxJZAAQVmVyc2lvbgAAAAAACUxhc3RXcml0ZQDPh2S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wD///////8FAAAAAwD///////8DAAMBAwAAAAMA////////DgAGTGlua0RhdGFMaXN0XzAEAAAAAQAFAAAAAAAFAAAAAgAFAAAAAAAFAAAAAg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21930023703"/>
  <p:tag name="EMPOWERCHARTSPROPERTIES_B_LENGTH" val="24576"/>
  <p:tag name="DOWN_MIGRATION_INITIAL_LAYOUT_REQUIRED" val="9.2.99"/>
  <p:tag name="RUNTIME_ID" val="44feb73c-1637-4afa-bfd0-c4b00180c2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978zjMZHodKvUZ5LgKZE+IEAAAAAAADAAAAAAADAAAAAwADAAAAAAADAAAABAADAAAAAAD///////8DAAEA////////BQAAAAMAEAALROT8atUc8EufZZ662U21SQQAAAABAAMAAAACAAMAAAAEAAQAAgD///////8FAAAABAAQAAtSN8qFNxdoR5lAX1chUwmW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3vzOMxkeh0q9RnkuApkT4gREYXRhAAUAAAAAAk5hbWUADQAAAExpbmtEYXRhTGlzdAAQVmVyc2lvbgABAAAACUxhc3RXcml0ZQBRh2ScmwEAAAABAP////9hAGEAAAAFX2lkABAAAAAEROT8atUc8EufZZ662U21SQREYXRhAAUAAAAAAk5hbWUADQAAAExpbmtEYXRhTGlzdAAQVmVyc2lvbgAAAAAACUxhc3RXcml0ZQBRh2ScmwEAAAACAP////9wAHAAAAAFX2lkABAAAAAEUjfKhTcXaEeZQF9XIVMJlgNEYXRhABYAAAACUGVyc29uYWxJZAABAAAAAAACTmFtZQALAAAAUGVyc29uYWxJZAAQVmVyc2lvbgAAAAAACUxhc3RXcml0ZQBxh2S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21926564922"/>
  <p:tag name="EMPOWERCHARTSPROPERTIES_B_LENGTH" val="24576"/>
  <p:tag name="DOWN_MIGRATION_INITIAL_LAYOUT_REQUIRED" val="9.2.99"/>
  <p:tag name="RUNTIME_ID" val="c4615aae-12bb-42aa-b611-da0e48feb1be"/>
</p:tagLst>
</file>

<file path=ppt/theme/theme1.xml><?xml version="1.0" encoding="utf-8"?>
<a:theme xmlns:a="http://schemas.openxmlformats.org/drawingml/2006/main" name="Benutzerdefiniertes Design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2719C7CA70942BB58B7C1923848E7" ma:contentTypeVersion="16" ma:contentTypeDescription="Create a new document." ma:contentTypeScope="" ma:versionID="6ec9779f9bb771312a9d4f2664c064dc">
  <xsd:schema xmlns:xsd="http://www.w3.org/2001/XMLSchema" xmlns:xs="http://www.w3.org/2001/XMLSchema" xmlns:p="http://schemas.microsoft.com/office/2006/metadata/properties" xmlns:ns2="9012dc78-9cd9-4960-a96a-aefb7b184426" xmlns:ns3="5c79cb7c-5906-4e00-8011-3fc4b411de11" targetNamespace="http://schemas.microsoft.com/office/2006/metadata/properties" ma:root="true" ma:fieldsID="68705fb88bbadcd4d646fc59f7b00efa" ns2:_="" ns3:_="">
    <xsd:import namespace="9012dc78-9cd9-4960-a96a-aefb7b184426"/>
    <xsd:import namespace="5c79cb7c-5906-4e00-8011-3fc4b411de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2dc78-9cd9-4960-a96a-aefb7b1844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eda2b84-7b9c-4109-bb73-211c9f8484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9cb7c-5906-4e00-8011-3fc4b411de1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22b15c7-a363-4843-885f-fc4f9bec1300}" ma:internalName="TaxCatchAll" ma:showField="CatchAllData" ma:web="5c79cb7c-5906-4e00-8011-3fc4b411de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12dc78-9cd9-4960-a96a-aefb7b184426">
      <Terms xmlns="http://schemas.microsoft.com/office/infopath/2007/PartnerControls"/>
    </lcf76f155ced4ddcb4097134ff3c332f>
    <TaxCatchAll xmlns="5c79cb7c-5906-4e00-8011-3fc4b411de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3BE358-258F-4157-B792-B9D466529F5C}">
  <ds:schemaRefs>
    <ds:schemaRef ds:uri="5c79cb7c-5906-4e00-8011-3fc4b411de11"/>
    <ds:schemaRef ds:uri="9012dc78-9cd9-4960-a96a-aefb7b1844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9B6C18-EB9D-40DB-A886-7A515B2AF8B3}">
  <ds:schemaRefs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5c79cb7c-5906-4e00-8011-3fc4b411de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012dc78-9cd9-4960-a96a-aefb7b18442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9DAFAE-A5D5-426D-B10C-C8F56527857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dd9aab-06f8-4a45-97d2-8b4742a52695}" enabled="1" method="Standard" siteId="{5c904887-9347-4183-bc19-a2068b519d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</Words>
  <Application>Microsoft Office PowerPoint</Application>
  <PresentationFormat>Custom</PresentationFormat>
  <Paragraphs>97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Benutzerdefiniertes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Klempert, Michael</dc:creator>
  <cp:lastModifiedBy>Gabriel, Jakob</cp:lastModifiedBy>
  <cp:revision>3</cp:revision>
  <dcterms:created xsi:type="dcterms:W3CDTF">2006-08-16T00:00:00Z</dcterms:created>
  <dcterms:modified xsi:type="dcterms:W3CDTF">2026-02-02T19:38:06Z</dcterms:modified>
  <dc:identifier>DAG9uoulN3k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Benutzerdefiniertes Design:10</vt:lpwstr>
  </property>
  <property fmtid="{D5CDD505-2E9C-101B-9397-08002B2CF9AE}" pid="3" name="ClassificationContentMarkingFooterText">
    <vt:lpwstr>Internal</vt:lpwstr>
  </property>
  <property fmtid="{D5CDD505-2E9C-101B-9397-08002B2CF9AE}" pid="4" name="ContentTypeId">
    <vt:lpwstr>0x01010053A2719C7CA70942BB58B7C1923848E7</vt:lpwstr>
  </property>
  <property fmtid="{D5CDD505-2E9C-101B-9397-08002B2CF9AE}" pid="5" name="MediaServiceImageTags">
    <vt:lpwstr/>
  </property>
</Properties>
</file>